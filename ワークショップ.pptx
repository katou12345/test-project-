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95" d="100"/>
          <a:sy n="95" d="100"/>
        </p:scale>
        <p:origin x="67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9E85E-AC34-4CD5-8566-0DA91B9D1E73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BDECDD3-D1FE-4EBE-8BE0-6754DB25FE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8526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9E85E-AC34-4CD5-8566-0DA91B9D1E73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ECDD3-D1FE-4EBE-8BE0-6754DB25FE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2712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9E85E-AC34-4CD5-8566-0DA91B9D1E73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BDECDD3-D1FE-4EBE-8BE0-6754DB25FE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2125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9E85E-AC34-4CD5-8566-0DA91B9D1E73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BDECDD3-D1FE-4EBE-8BE0-6754DB25FE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8502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9E85E-AC34-4CD5-8566-0DA91B9D1E73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BDECDD3-D1FE-4EBE-8BE0-6754DB25FE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217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9E85E-AC34-4CD5-8566-0DA91B9D1E73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ECDD3-D1FE-4EBE-8BE0-6754DB25FE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3847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9E85E-AC34-4CD5-8566-0DA91B9D1E73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ECDD3-D1FE-4EBE-8BE0-6754DB25FE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669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9E85E-AC34-4CD5-8566-0DA91B9D1E73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ECDD3-D1FE-4EBE-8BE0-6754DB25FE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271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9E85E-AC34-4CD5-8566-0DA91B9D1E73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BDECDD3-D1FE-4EBE-8BE0-6754DB25FE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346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9E85E-AC34-4CD5-8566-0DA91B9D1E73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BDECDD3-D1FE-4EBE-8BE0-6754DB25FE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2823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9E85E-AC34-4CD5-8566-0DA91B9D1E73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BDECDD3-D1FE-4EBE-8BE0-6754DB25FE6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76728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9E85E-AC34-4CD5-8566-0DA91B9D1E73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BDECDD3-D1FE-4EBE-8BE0-6754DB25FE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8349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9E85E-AC34-4CD5-8566-0DA91B9D1E73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BDECDD3-D1FE-4EBE-8BE0-6754DB25FE6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3178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9E85E-AC34-4CD5-8566-0DA91B9D1E73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BDECDD3-D1FE-4EBE-8BE0-6754DB25FE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00078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9E85E-AC34-4CD5-8566-0DA91B9D1E73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ECDD3-D1FE-4EBE-8BE0-6754DB25FE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2595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9E85E-AC34-4CD5-8566-0DA91B9D1E73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ECDD3-D1FE-4EBE-8BE0-6754DB25FE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2004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59E85E-AC34-4CD5-8566-0DA91B9D1E73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BDECDD3-D1FE-4EBE-8BE0-6754DB25FE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2614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87E8EE-2175-2729-ABAE-EB3273942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2188311"/>
            <a:ext cx="7772400" cy="1463040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/>
              <a:t>ワークショップ</a:t>
            </a:r>
            <a:br>
              <a:rPr kumimoji="1" lang="en-US" altLang="ja-JP" dirty="0"/>
            </a:b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7028622-9070-CC44-6645-2AF42E1D80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3652" y="5189789"/>
            <a:ext cx="8915399" cy="1126283"/>
          </a:xfrm>
        </p:spPr>
        <p:txBody>
          <a:bodyPr>
            <a:normAutofit/>
          </a:bodyPr>
          <a:lstStyle/>
          <a:p>
            <a:r>
              <a:rPr kumimoji="1" lang="en-US" altLang="ja-JP" sz="4800" dirty="0"/>
              <a:t>GitHub</a:t>
            </a:r>
            <a:endParaRPr kumimoji="1"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358567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0FE2C6-82E5-2510-657D-EE3D858CB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GitHub</a:t>
            </a:r>
            <a:r>
              <a:rPr lang="ja-JP" altLang="en-US" dirty="0"/>
              <a:t>とは？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A191DA0-5A12-7B55-DF4A-7B374B54E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コードの共有などの、開発サポートサービス</a:t>
            </a:r>
            <a:endParaRPr lang="en-US" altLang="ja-JP" dirty="0"/>
          </a:p>
          <a:p>
            <a:r>
              <a:rPr kumimoji="1" lang="ja-JP" altLang="en-US" dirty="0"/>
              <a:t>複数人で作業する際に、どこをだれがどのように変更したかが記録されている。</a:t>
            </a:r>
          </a:p>
        </p:txBody>
      </p:sp>
    </p:spTree>
    <p:extLst>
      <p:ext uri="{BB962C8B-B14F-4D97-AF65-F5344CB8AC3E}">
        <p14:creationId xmlns:p14="http://schemas.microsoft.com/office/powerpoint/2010/main" val="3982992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DBFACD-AC5C-CC78-904A-BE0D20CAF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Clone</a:t>
            </a:r>
            <a:r>
              <a:rPr kumimoji="1" lang="ja-JP" altLang="en-US" dirty="0"/>
              <a:t>とは？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C603EE6-8EDB-BF15-D680-8768D0C48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一番初めに、</a:t>
            </a:r>
            <a:r>
              <a:rPr lang="en-US" altLang="ja-JP" dirty="0"/>
              <a:t>GitHub</a:t>
            </a:r>
            <a:r>
              <a:rPr lang="ja-JP" altLang="en-US" dirty="0"/>
              <a:t>上にあるリポジトリを自分の</a:t>
            </a:r>
            <a:r>
              <a:rPr lang="en-US" altLang="ja-JP" dirty="0"/>
              <a:t>PC</a:t>
            </a:r>
            <a:r>
              <a:rPr lang="ja-JP" altLang="en-US" dirty="0"/>
              <a:t>に持ってくる際に使用する。</a:t>
            </a:r>
            <a:endParaRPr lang="en-US" altLang="ja-JP" dirty="0"/>
          </a:p>
          <a:p>
            <a:pPr lvl="5"/>
            <a:r>
              <a:rPr kumimoji="1" lang="en-US" altLang="ja-JP" dirty="0"/>
              <a:t>---</a:t>
            </a:r>
            <a:r>
              <a:rPr kumimoji="1" lang="en-US" altLang="ja-JP" dirty="0">
                <a:sym typeface="Wingdings" panose="05000000000000000000" pitchFamily="2" charset="2"/>
              </a:rPr>
              <a:t>clone</a:t>
            </a:r>
            <a:r>
              <a:rPr kumimoji="1" lang="ja-JP" altLang="en-US" dirty="0">
                <a:sym typeface="Wingdings" panose="05000000000000000000" pitchFamily="2" charset="2"/>
              </a:rPr>
              <a:t>持ってきた、ものにしか</a:t>
            </a:r>
            <a:r>
              <a:rPr kumimoji="1" lang="en-US" altLang="ja-JP" dirty="0">
                <a:sym typeface="Wingdings" panose="05000000000000000000" pitchFamily="2" charset="2"/>
              </a:rPr>
              <a:t>pull</a:t>
            </a:r>
            <a:r>
              <a:rPr kumimoji="1" lang="ja-JP" altLang="en-US" dirty="0">
                <a:sym typeface="Wingdings" panose="05000000000000000000" pitchFamily="2" charset="2"/>
              </a:rPr>
              <a:t>、</a:t>
            </a:r>
            <a:r>
              <a:rPr kumimoji="1" lang="en-US" altLang="ja-JP" dirty="0">
                <a:sym typeface="Wingdings" panose="05000000000000000000" pitchFamily="2" charset="2"/>
              </a:rPr>
              <a:t>push</a:t>
            </a:r>
            <a:r>
              <a:rPr kumimoji="1" lang="ja-JP" altLang="en-US" dirty="0">
                <a:sym typeface="Wingdings" panose="05000000000000000000" pitchFamily="2" charset="2"/>
              </a:rPr>
              <a:t>ができないので注意</a:t>
            </a:r>
            <a:endParaRPr kumimoji="1" lang="en-US" altLang="ja-JP" dirty="0">
              <a:sym typeface="Wingdings" panose="05000000000000000000" pitchFamily="2" charset="2"/>
            </a:endParaRPr>
          </a:p>
          <a:p>
            <a:pPr lvl="5"/>
            <a:endParaRPr lang="en-US" altLang="ja-JP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20628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D2EE99-0917-7772-151C-B35903A64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Pull</a:t>
            </a:r>
            <a:r>
              <a:rPr kumimoji="1" lang="ja-JP" altLang="en-US" dirty="0"/>
              <a:t>とは？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860165-2C6F-E20C-686D-12B788235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0376" y="1828800"/>
            <a:ext cx="7990556" cy="2286000"/>
          </a:xfrm>
        </p:spPr>
        <p:txBody>
          <a:bodyPr>
            <a:normAutofit/>
          </a:bodyPr>
          <a:lstStyle/>
          <a:p>
            <a:r>
              <a:rPr kumimoji="1" lang="en-US" altLang="ja-JP" sz="2400" dirty="0"/>
              <a:t>GitHub</a:t>
            </a:r>
            <a:r>
              <a:rPr lang="ja-JP" altLang="en-US" sz="2400" dirty="0"/>
              <a:t>上にあるプログラムをじぶんの</a:t>
            </a:r>
            <a:r>
              <a:rPr lang="en-US" altLang="ja-JP" sz="2400" dirty="0"/>
              <a:t>PC</a:t>
            </a:r>
            <a:r>
              <a:rPr lang="ja-JP" altLang="en-US" sz="2400" dirty="0"/>
              <a:t>へ持て来ること</a:t>
            </a:r>
            <a:endParaRPr lang="en-US" altLang="ja-JP" sz="2400" dirty="0"/>
          </a:p>
          <a:p>
            <a:r>
              <a:rPr kumimoji="1" lang="ja-JP" altLang="en-US" sz="2400" dirty="0"/>
              <a:t>ほかの人の更新を自身の</a:t>
            </a:r>
            <a:r>
              <a:rPr kumimoji="1" lang="en-US" altLang="ja-JP" sz="2400" dirty="0"/>
              <a:t>PC</a:t>
            </a:r>
            <a:r>
              <a:rPr kumimoji="1" lang="ja-JP" altLang="en-US" sz="2400" dirty="0"/>
              <a:t>に持ってく際に使用する</a:t>
            </a:r>
          </a:p>
        </p:txBody>
      </p:sp>
    </p:spTree>
    <p:extLst>
      <p:ext uri="{BB962C8B-B14F-4D97-AF65-F5344CB8AC3E}">
        <p14:creationId xmlns:p14="http://schemas.microsoft.com/office/powerpoint/2010/main" val="4244606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08B511-EA5B-DEC8-C692-C7E4438EF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Push</a:t>
            </a:r>
            <a:r>
              <a:rPr kumimoji="1" lang="ja-JP" altLang="en-US" dirty="0"/>
              <a:t>とは？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4546DD-BD1A-6FB3-6B81-161A6CCEB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自分の</a:t>
            </a:r>
            <a:r>
              <a:rPr lang="en-US" altLang="ja-JP" dirty="0"/>
              <a:t>PC</a:t>
            </a:r>
            <a:r>
              <a:rPr lang="ja-JP" altLang="en-US" dirty="0"/>
              <a:t>で作業した内容を、</a:t>
            </a:r>
            <a:r>
              <a:rPr lang="en-US" altLang="ja-JP" dirty="0"/>
              <a:t>GitHub</a:t>
            </a:r>
            <a:r>
              <a:rPr lang="ja-JP" altLang="en-US" dirty="0"/>
              <a:t>上に共有すること！</a:t>
            </a:r>
            <a:endParaRPr lang="en-US" altLang="ja-JP" dirty="0"/>
          </a:p>
          <a:p>
            <a:r>
              <a:rPr lang="ja-JP" altLang="en-US" dirty="0"/>
              <a:t>各々分担した作業の共有をすることができる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48559868"/>
      </p:ext>
    </p:extLst>
  </p:cSld>
  <p:clrMapOvr>
    <a:masterClrMapping/>
  </p:clrMapOvr>
</p:sld>
</file>

<file path=ppt/theme/theme1.xml><?xml version="1.0" encoding="utf-8"?>
<a:theme xmlns:a="http://schemas.openxmlformats.org/drawingml/2006/main" name="ウィスプ">
  <a:themeElements>
    <a:clrScheme name="ウィスプ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ウィスプ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ウィスプ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157</TotalTime>
  <Words>141</Words>
  <Application>Microsoft Office PowerPoint</Application>
  <PresentationFormat>ワイド画面</PresentationFormat>
  <Paragraphs>14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Arial</vt:lpstr>
      <vt:lpstr>Century Gothic</vt:lpstr>
      <vt:lpstr>Wingdings</vt:lpstr>
      <vt:lpstr>Wingdings 3</vt:lpstr>
      <vt:lpstr>ウィスプ</vt:lpstr>
      <vt:lpstr>ワークショップ </vt:lpstr>
      <vt:lpstr>GitHubとは？</vt:lpstr>
      <vt:lpstr>Cloneとは？</vt:lpstr>
      <vt:lpstr>Pullとは？</vt:lpstr>
      <vt:lpstr>Pushとは？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s2421086 KATO Yuki</dc:creator>
  <cp:lastModifiedBy>s2421086 KATO Yuki</cp:lastModifiedBy>
  <cp:revision>1</cp:revision>
  <dcterms:created xsi:type="dcterms:W3CDTF">2026-05-12T16:08:19Z</dcterms:created>
  <dcterms:modified xsi:type="dcterms:W3CDTF">2026-05-12T18:45:19Z</dcterms:modified>
</cp:coreProperties>
</file>